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58" r:id="rId5"/>
    <p:sldId id="261" r:id="rId6"/>
    <p:sldId id="262" r:id="rId7"/>
    <p:sldId id="263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86876B-F82D-4E93-A42F-8912C5887A43}" v="130" dt="2022-05-23T09:38:50.3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 호진" userId="e7b51f9e24c37788" providerId="LiveId" clId="{3F86876B-F82D-4E93-A42F-8912C5887A43}"/>
    <pc:docChg chg="undo custSel addSld delSld modSld sldOrd">
      <pc:chgData name="이 호진" userId="e7b51f9e24c37788" providerId="LiveId" clId="{3F86876B-F82D-4E93-A42F-8912C5887A43}" dt="2022-05-23T09:38:55.192" v="1378" actId="478"/>
      <pc:docMkLst>
        <pc:docMk/>
      </pc:docMkLst>
      <pc:sldChg chg="addSp delSp modSp mod">
        <pc:chgData name="이 호진" userId="e7b51f9e24c37788" providerId="LiveId" clId="{3F86876B-F82D-4E93-A42F-8912C5887A43}" dt="2022-05-19T09:43:19.497" v="1285" actId="1076"/>
        <pc:sldMkLst>
          <pc:docMk/>
          <pc:sldMk cId="2184666338" sldId="256"/>
        </pc:sldMkLst>
        <pc:spChg chg="del mod">
          <ac:chgData name="이 호진" userId="e7b51f9e24c37788" providerId="LiveId" clId="{3F86876B-F82D-4E93-A42F-8912C5887A43}" dt="2022-05-19T09:42:52.563" v="1279" actId="478"/>
          <ac:spMkLst>
            <pc:docMk/>
            <pc:sldMk cId="2184666338" sldId="256"/>
            <ac:spMk id="2" creationId="{F36A80D9-A202-46B1-BF15-948AF9ECB457}"/>
          </ac:spMkLst>
        </pc:spChg>
        <pc:spChg chg="add mod">
          <ac:chgData name="이 호진" userId="e7b51f9e24c37788" providerId="LiveId" clId="{3F86876B-F82D-4E93-A42F-8912C5887A43}" dt="2022-05-19T09:43:19.497" v="1285" actId="1076"/>
          <ac:spMkLst>
            <pc:docMk/>
            <pc:sldMk cId="2184666338" sldId="256"/>
            <ac:spMk id="3" creationId="{EC4C9E9D-E2E9-AB88-28C0-3564D12A9003}"/>
          </ac:spMkLst>
        </pc:spChg>
        <pc:spChg chg="mod">
          <ac:chgData name="이 호진" userId="e7b51f9e24c37788" providerId="LiveId" clId="{3F86876B-F82D-4E93-A42F-8912C5887A43}" dt="2022-05-09T08:23:08.849" v="1245" actId="20577"/>
          <ac:spMkLst>
            <pc:docMk/>
            <pc:sldMk cId="2184666338" sldId="256"/>
            <ac:spMk id="8" creationId="{776324C0-CFD8-4494-B7C8-160479C94901}"/>
          </ac:spMkLst>
        </pc:spChg>
        <pc:picChg chg="add mod">
          <ac:chgData name="이 호진" userId="e7b51f9e24c37788" providerId="LiveId" clId="{3F86876B-F82D-4E93-A42F-8912C5887A43}" dt="2022-05-19T09:42:56.118" v="1280" actId="1076"/>
          <ac:picMkLst>
            <pc:docMk/>
            <pc:sldMk cId="2184666338" sldId="256"/>
            <ac:picMk id="6" creationId="{50AC8398-5456-DD33-798C-9DCF0BFDE1DD}"/>
          </ac:picMkLst>
        </pc:picChg>
        <pc:picChg chg="add mod">
          <ac:chgData name="이 호진" userId="e7b51f9e24c37788" providerId="LiveId" clId="{3F86876B-F82D-4E93-A42F-8912C5887A43}" dt="2022-05-19T09:42:56.118" v="1280" actId="1076"/>
          <ac:picMkLst>
            <pc:docMk/>
            <pc:sldMk cId="2184666338" sldId="256"/>
            <ac:picMk id="11" creationId="{0A5A2941-17B9-535C-5F7E-2E133FA877CD}"/>
          </ac:picMkLst>
        </pc:picChg>
        <pc:picChg chg="add del mod">
          <ac:chgData name="이 호진" userId="e7b51f9e24c37788" providerId="LiveId" clId="{3F86876B-F82D-4E93-A42F-8912C5887A43}" dt="2022-05-19T09:42:26.769" v="1267" actId="478"/>
          <ac:picMkLst>
            <pc:docMk/>
            <pc:sldMk cId="2184666338" sldId="256"/>
            <ac:picMk id="1026" creationId="{3F2EB217-13A0-ADA6-0477-9A0E093274E5}"/>
          </ac:picMkLst>
        </pc:picChg>
      </pc:sldChg>
      <pc:sldChg chg="addSp delSp modSp mod">
        <pc:chgData name="이 호진" userId="e7b51f9e24c37788" providerId="LiveId" clId="{3F86876B-F82D-4E93-A42F-8912C5887A43}" dt="2022-05-19T09:45:35.205" v="1321" actId="1076"/>
        <pc:sldMkLst>
          <pc:docMk/>
          <pc:sldMk cId="783510813" sldId="257"/>
        </pc:sldMkLst>
        <pc:spChg chg="mod">
          <ac:chgData name="이 호진" userId="e7b51f9e24c37788" providerId="LiveId" clId="{3F86876B-F82D-4E93-A42F-8912C5887A43}" dt="2022-05-19T09:45:29.686" v="1319" actId="14100"/>
          <ac:spMkLst>
            <pc:docMk/>
            <pc:sldMk cId="783510813" sldId="257"/>
            <ac:spMk id="2" creationId="{3D817927-0AE4-4099-B1A4-BC93B86F2D27}"/>
          </ac:spMkLst>
        </pc:spChg>
        <pc:spChg chg="mod">
          <ac:chgData name="이 호진" userId="e7b51f9e24c37788" providerId="LiveId" clId="{3F86876B-F82D-4E93-A42F-8912C5887A43}" dt="2022-05-09T08:23:16.766" v="1249" actId="20577"/>
          <ac:spMkLst>
            <pc:docMk/>
            <pc:sldMk cId="783510813" sldId="257"/>
            <ac:spMk id="8" creationId="{776324C0-CFD8-4494-B7C8-160479C94901}"/>
          </ac:spMkLst>
        </pc:spChg>
        <pc:spChg chg="add mod">
          <ac:chgData name="이 호진" userId="e7b51f9e24c37788" providerId="LiveId" clId="{3F86876B-F82D-4E93-A42F-8912C5887A43}" dt="2022-05-19T09:45:21.034" v="1313" actId="14100"/>
          <ac:spMkLst>
            <pc:docMk/>
            <pc:sldMk cId="783510813" sldId="257"/>
            <ac:spMk id="9" creationId="{F8D10BB8-5D25-00E8-5D48-E42DF12CCC76}"/>
          </ac:spMkLst>
        </pc:spChg>
        <pc:picChg chg="add del mod">
          <ac:chgData name="이 호진" userId="e7b51f9e24c37788" providerId="LiveId" clId="{3F86876B-F82D-4E93-A42F-8912C5887A43}" dt="2022-05-09T08:21:02.468" v="1208" actId="21"/>
          <ac:picMkLst>
            <pc:docMk/>
            <pc:sldMk cId="783510813" sldId="257"/>
            <ac:picMk id="9" creationId="{AC3DD94D-79AB-0C0E-B66D-109CBC236DD3}"/>
          </ac:picMkLst>
        </pc:picChg>
        <pc:picChg chg="add mod">
          <ac:chgData name="이 호진" userId="e7b51f9e24c37788" providerId="LiveId" clId="{3F86876B-F82D-4E93-A42F-8912C5887A43}" dt="2022-05-19T09:45:35.205" v="1321" actId="1076"/>
          <ac:picMkLst>
            <pc:docMk/>
            <pc:sldMk cId="783510813" sldId="257"/>
            <ac:picMk id="3074" creationId="{7A42807F-80BF-F929-EBB5-525995E5A413}"/>
          </ac:picMkLst>
        </pc:picChg>
      </pc:sldChg>
      <pc:sldChg chg="addSp delSp modSp mod">
        <pc:chgData name="이 호진" userId="e7b51f9e24c37788" providerId="LiveId" clId="{3F86876B-F82D-4E93-A42F-8912C5887A43}" dt="2022-05-19T09:46:44.946" v="1346" actId="207"/>
        <pc:sldMkLst>
          <pc:docMk/>
          <pc:sldMk cId="3835004089" sldId="258"/>
        </pc:sldMkLst>
        <pc:spChg chg="del">
          <ac:chgData name="이 호진" userId="e7b51f9e24c37788" providerId="LiveId" clId="{3F86876B-F82D-4E93-A42F-8912C5887A43}" dt="2022-05-09T08:17:39.912" v="769" actId="478"/>
          <ac:spMkLst>
            <pc:docMk/>
            <pc:sldMk cId="3835004089" sldId="258"/>
            <ac:spMk id="2" creationId="{56C22DFD-20B6-4A9F-83E8-0DA93192AC6F}"/>
          </ac:spMkLst>
        </pc:spChg>
        <pc:spChg chg="mod">
          <ac:chgData name="이 호진" userId="e7b51f9e24c37788" providerId="LiveId" clId="{3F86876B-F82D-4E93-A42F-8912C5887A43}" dt="2022-05-09T08:23:27.194" v="1253" actId="20577"/>
          <ac:spMkLst>
            <pc:docMk/>
            <pc:sldMk cId="3835004089" sldId="258"/>
            <ac:spMk id="8" creationId="{776324C0-CFD8-4494-B7C8-160479C94901}"/>
          </ac:spMkLst>
        </pc:spChg>
        <pc:spChg chg="add mod">
          <ac:chgData name="이 호진" userId="e7b51f9e24c37788" providerId="LiveId" clId="{3F86876B-F82D-4E93-A42F-8912C5887A43}" dt="2022-05-19T09:46:44.946" v="1346" actId="207"/>
          <ac:spMkLst>
            <pc:docMk/>
            <pc:sldMk cId="3835004089" sldId="258"/>
            <ac:spMk id="9" creationId="{C4CEAC61-05BD-5F5E-7B05-6529E0D949C3}"/>
          </ac:spMkLst>
        </pc:spChg>
        <pc:spChg chg="add mod">
          <ac:chgData name="이 호진" userId="e7b51f9e24c37788" providerId="LiveId" clId="{3F86876B-F82D-4E93-A42F-8912C5887A43}" dt="2022-05-19T09:46:02.121" v="1332" actId="1076"/>
          <ac:spMkLst>
            <pc:docMk/>
            <pc:sldMk cId="3835004089" sldId="258"/>
            <ac:spMk id="12" creationId="{971DD725-4F85-5022-F674-F47B3519D9F1}"/>
          </ac:spMkLst>
        </pc:spChg>
        <pc:picChg chg="add mod">
          <ac:chgData name="이 호진" userId="e7b51f9e24c37788" providerId="LiveId" clId="{3F86876B-F82D-4E93-A42F-8912C5887A43}" dt="2022-05-19T09:46:06.559" v="1335" actId="14100"/>
          <ac:picMkLst>
            <pc:docMk/>
            <pc:sldMk cId="3835004089" sldId="258"/>
            <ac:picMk id="11" creationId="{56B01B62-D404-3575-E843-6EE949343C06}"/>
          </ac:picMkLst>
        </pc:picChg>
        <pc:picChg chg="add del mod">
          <ac:chgData name="이 호진" userId="e7b51f9e24c37788" providerId="LiveId" clId="{3F86876B-F82D-4E93-A42F-8912C5887A43}" dt="2022-05-09T08:20:46.312" v="1204" actId="21"/>
          <ac:picMkLst>
            <pc:docMk/>
            <pc:sldMk cId="3835004089" sldId="258"/>
            <ac:picMk id="4098" creationId="{F64E2332-67F1-BDAE-50DE-FBA295EAEB11}"/>
          </ac:picMkLst>
        </pc:picChg>
      </pc:sldChg>
      <pc:sldChg chg="delSp del mod">
        <pc:chgData name="이 호진" userId="e7b51f9e24c37788" providerId="LiveId" clId="{3F86876B-F82D-4E93-A42F-8912C5887A43}" dt="2022-05-10T08:20:05.680" v="1255" actId="47"/>
        <pc:sldMkLst>
          <pc:docMk/>
          <pc:sldMk cId="2903567767" sldId="259"/>
        </pc:sldMkLst>
        <pc:spChg chg="del">
          <ac:chgData name="이 호진" userId="e7b51f9e24c37788" providerId="LiveId" clId="{3F86876B-F82D-4E93-A42F-8912C5887A43}" dt="2022-05-09T08:24:48.385" v="1254" actId="478"/>
          <ac:spMkLst>
            <pc:docMk/>
            <pc:sldMk cId="2903567767" sldId="259"/>
            <ac:spMk id="2" creationId="{23AA9054-F24A-49B4-96FD-EA40C96607C8}"/>
          </ac:spMkLst>
        </pc:spChg>
      </pc:sldChg>
      <pc:sldChg chg="addSp modSp mod ord">
        <pc:chgData name="이 호진" userId="e7b51f9e24c37788" providerId="LiveId" clId="{3F86876B-F82D-4E93-A42F-8912C5887A43}" dt="2022-05-19T09:44:59.902" v="1306" actId="1076"/>
        <pc:sldMkLst>
          <pc:docMk/>
          <pc:sldMk cId="3214108175" sldId="260"/>
        </pc:sldMkLst>
        <pc:spChg chg="add mod">
          <ac:chgData name="이 호진" userId="e7b51f9e24c37788" providerId="LiveId" clId="{3F86876B-F82D-4E93-A42F-8912C5887A43}" dt="2022-05-19T09:44:04.081" v="1298" actId="1076"/>
          <ac:spMkLst>
            <pc:docMk/>
            <pc:sldMk cId="3214108175" sldId="260"/>
            <ac:spMk id="2" creationId="{7C380DE2-D770-63AD-8142-EF1EF0D15F47}"/>
          </ac:spMkLst>
        </pc:spChg>
        <pc:spChg chg="add mod">
          <ac:chgData name="이 호진" userId="e7b51f9e24c37788" providerId="LiveId" clId="{3F86876B-F82D-4E93-A42F-8912C5887A43}" dt="2022-05-19T09:44:14.930" v="1300" actId="207"/>
          <ac:spMkLst>
            <pc:docMk/>
            <pc:sldMk cId="3214108175" sldId="260"/>
            <ac:spMk id="3" creationId="{A9356B0A-3D6C-3A04-B3AA-A58FE2DE53C0}"/>
          </ac:spMkLst>
        </pc:spChg>
        <pc:spChg chg="add mod">
          <ac:chgData name="이 호진" userId="e7b51f9e24c37788" providerId="LiveId" clId="{3F86876B-F82D-4E93-A42F-8912C5887A43}" dt="2022-05-19T09:44:00.603" v="1297" actId="14100"/>
          <ac:spMkLst>
            <pc:docMk/>
            <pc:sldMk cId="3214108175" sldId="260"/>
            <ac:spMk id="5" creationId="{478471FF-E782-7564-9CFB-2FF451EE4317}"/>
          </ac:spMkLst>
        </pc:spChg>
        <pc:spChg chg="mod">
          <ac:chgData name="이 호진" userId="e7b51f9e24c37788" providerId="LiveId" clId="{3F86876B-F82D-4E93-A42F-8912C5887A43}" dt="2022-05-09T08:08:10.456" v="398" actId="255"/>
          <ac:spMkLst>
            <pc:docMk/>
            <pc:sldMk cId="3214108175" sldId="260"/>
            <ac:spMk id="7" creationId="{C7CD30AC-AD0D-4B8A-AEFE-E34EFF8623DB}"/>
          </ac:spMkLst>
        </pc:spChg>
        <pc:spChg chg="mod">
          <ac:chgData name="이 호진" userId="e7b51f9e24c37788" providerId="LiveId" clId="{3F86876B-F82D-4E93-A42F-8912C5887A43}" dt="2022-05-09T08:23:00.364" v="1243" actId="20577"/>
          <ac:spMkLst>
            <pc:docMk/>
            <pc:sldMk cId="3214108175" sldId="260"/>
            <ac:spMk id="8" creationId="{776324C0-CFD8-4494-B7C8-160479C94901}"/>
          </ac:spMkLst>
        </pc:spChg>
        <pc:spChg chg="add mod">
          <ac:chgData name="이 호진" userId="e7b51f9e24c37788" providerId="LiveId" clId="{3F86876B-F82D-4E93-A42F-8912C5887A43}" dt="2022-05-19T09:43:31.892" v="1289" actId="1076"/>
          <ac:spMkLst>
            <pc:docMk/>
            <pc:sldMk cId="3214108175" sldId="260"/>
            <ac:spMk id="9" creationId="{A4BF4C0E-5C2A-BDA7-3E5C-4176AD7E7B89}"/>
          </ac:spMkLst>
        </pc:spChg>
        <pc:spChg chg="add mod">
          <ac:chgData name="이 호진" userId="e7b51f9e24c37788" providerId="LiveId" clId="{3F86876B-F82D-4E93-A42F-8912C5887A43}" dt="2022-05-19T09:44:59.902" v="1306" actId="1076"/>
          <ac:spMkLst>
            <pc:docMk/>
            <pc:sldMk cId="3214108175" sldId="260"/>
            <ac:spMk id="10" creationId="{16345A33-360C-0C67-2FE0-2081502BD6E0}"/>
          </ac:spMkLst>
        </pc:spChg>
        <pc:picChg chg="add mod">
          <ac:chgData name="이 호진" userId="e7b51f9e24c37788" providerId="LiveId" clId="{3F86876B-F82D-4E93-A42F-8912C5887A43}" dt="2022-05-19T09:43:35.483" v="1290" actId="1076"/>
          <ac:picMkLst>
            <pc:docMk/>
            <pc:sldMk cId="3214108175" sldId="260"/>
            <ac:picMk id="2050" creationId="{2E796E89-9319-7D46-CEA8-54A4A3383813}"/>
          </ac:picMkLst>
        </pc:picChg>
      </pc:sldChg>
      <pc:sldChg chg="addSp delSp modSp new mod">
        <pc:chgData name="이 호진" userId="e7b51f9e24c37788" providerId="LiveId" clId="{3F86876B-F82D-4E93-A42F-8912C5887A43}" dt="2022-05-23T09:35:53.039" v="1359" actId="1076"/>
        <pc:sldMkLst>
          <pc:docMk/>
          <pc:sldMk cId="222822659" sldId="261"/>
        </pc:sldMkLst>
        <pc:spChg chg="del">
          <ac:chgData name="이 호진" userId="e7b51f9e24c37788" providerId="LiveId" clId="{3F86876B-F82D-4E93-A42F-8912C5887A43}" dt="2022-05-23T09:34:34.658" v="1348" actId="478"/>
          <ac:spMkLst>
            <pc:docMk/>
            <pc:sldMk cId="222822659" sldId="261"/>
            <ac:spMk id="2" creationId="{6FA69059-02FA-9505-E731-ED8616C721F9}"/>
          </ac:spMkLst>
        </pc:spChg>
        <pc:spChg chg="del">
          <ac:chgData name="이 호진" userId="e7b51f9e24c37788" providerId="LiveId" clId="{3F86876B-F82D-4E93-A42F-8912C5887A43}" dt="2022-05-23T09:34:34.658" v="1348" actId="478"/>
          <ac:spMkLst>
            <pc:docMk/>
            <pc:sldMk cId="222822659" sldId="261"/>
            <ac:spMk id="3" creationId="{9815093A-F3AD-67A0-2F87-17FA43E69FB0}"/>
          </ac:spMkLst>
        </pc:spChg>
        <pc:picChg chg="add mod">
          <ac:chgData name="이 호진" userId="e7b51f9e24c37788" providerId="LiveId" clId="{3F86876B-F82D-4E93-A42F-8912C5887A43}" dt="2022-05-23T09:35:12.865" v="1354" actId="1076"/>
          <ac:picMkLst>
            <pc:docMk/>
            <pc:sldMk cId="222822659" sldId="261"/>
            <ac:picMk id="5" creationId="{85F12746-E3D6-28E7-F4B2-B51055C0C622}"/>
          </ac:picMkLst>
        </pc:picChg>
        <pc:picChg chg="add mod">
          <ac:chgData name="이 호진" userId="e7b51f9e24c37788" providerId="LiveId" clId="{3F86876B-F82D-4E93-A42F-8912C5887A43}" dt="2022-05-23T09:35:14.249" v="1355" actId="1076"/>
          <ac:picMkLst>
            <pc:docMk/>
            <pc:sldMk cId="222822659" sldId="261"/>
            <ac:picMk id="7" creationId="{B2F59975-D387-028A-3BF1-EDECC9E1C2A0}"/>
          </ac:picMkLst>
        </pc:picChg>
        <pc:picChg chg="add mod">
          <ac:chgData name="이 호진" userId="e7b51f9e24c37788" providerId="LiveId" clId="{3F86876B-F82D-4E93-A42F-8912C5887A43}" dt="2022-05-23T09:35:35.580" v="1357" actId="1076"/>
          <ac:picMkLst>
            <pc:docMk/>
            <pc:sldMk cId="222822659" sldId="261"/>
            <ac:picMk id="9" creationId="{1ACC8515-6972-E2EC-3206-D84F6F95FA90}"/>
          </ac:picMkLst>
        </pc:picChg>
        <pc:picChg chg="add mod">
          <ac:chgData name="이 호진" userId="e7b51f9e24c37788" providerId="LiveId" clId="{3F86876B-F82D-4E93-A42F-8912C5887A43}" dt="2022-05-23T09:35:53.039" v="1359" actId="1076"/>
          <ac:picMkLst>
            <pc:docMk/>
            <pc:sldMk cId="222822659" sldId="261"/>
            <ac:picMk id="11" creationId="{C601A1AC-743D-6F7E-BB51-3790D5D5E4BD}"/>
          </ac:picMkLst>
        </pc:picChg>
      </pc:sldChg>
      <pc:sldChg chg="addSp delSp modSp new mod">
        <pc:chgData name="이 호진" userId="e7b51f9e24c37788" providerId="LiveId" clId="{3F86876B-F82D-4E93-A42F-8912C5887A43}" dt="2022-05-23T09:38:47.855" v="1373" actId="1076"/>
        <pc:sldMkLst>
          <pc:docMk/>
          <pc:sldMk cId="3005538340" sldId="262"/>
        </pc:sldMkLst>
        <pc:spChg chg="del">
          <ac:chgData name="이 호진" userId="e7b51f9e24c37788" providerId="LiveId" clId="{3F86876B-F82D-4E93-A42F-8912C5887A43}" dt="2022-05-23T09:35:59.701" v="1361" actId="478"/>
          <ac:spMkLst>
            <pc:docMk/>
            <pc:sldMk cId="3005538340" sldId="262"/>
            <ac:spMk id="2" creationId="{463D6F90-7D84-807F-2A49-1C3E2067DF30}"/>
          </ac:spMkLst>
        </pc:spChg>
        <pc:spChg chg="del">
          <ac:chgData name="이 호진" userId="e7b51f9e24c37788" providerId="LiveId" clId="{3F86876B-F82D-4E93-A42F-8912C5887A43}" dt="2022-05-23T09:35:59.701" v="1361" actId="478"/>
          <ac:spMkLst>
            <pc:docMk/>
            <pc:sldMk cId="3005538340" sldId="262"/>
            <ac:spMk id="3" creationId="{4B00940F-AFE4-ADA6-30BA-FA3DBBED310E}"/>
          </ac:spMkLst>
        </pc:spChg>
        <pc:picChg chg="add mod">
          <ac:chgData name="이 호진" userId="e7b51f9e24c37788" providerId="LiveId" clId="{3F86876B-F82D-4E93-A42F-8912C5887A43}" dt="2022-05-23T09:36:21.051" v="1363" actId="1076"/>
          <ac:picMkLst>
            <pc:docMk/>
            <pc:sldMk cId="3005538340" sldId="262"/>
            <ac:picMk id="5" creationId="{CA1CD8C3-D562-2651-7379-27525518CB55}"/>
          </ac:picMkLst>
        </pc:picChg>
        <pc:picChg chg="add mod">
          <ac:chgData name="이 호진" userId="e7b51f9e24c37788" providerId="LiveId" clId="{3F86876B-F82D-4E93-A42F-8912C5887A43}" dt="2022-05-23T09:36:45.823" v="1365" actId="1076"/>
          <ac:picMkLst>
            <pc:docMk/>
            <pc:sldMk cId="3005538340" sldId="262"/>
            <ac:picMk id="7" creationId="{AF2BC5CD-1859-7785-3E07-17D0525AE4B5}"/>
          </ac:picMkLst>
        </pc:picChg>
        <pc:picChg chg="add mod">
          <ac:chgData name="이 호진" userId="e7b51f9e24c37788" providerId="LiveId" clId="{3F86876B-F82D-4E93-A42F-8912C5887A43}" dt="2022-05-23T09:38:46.810" v="1372" actId="1076"/>
          <ac:picMkLst>
            <pc:docMk/>
            <pc:sldMk cId="3005538340" sldId="262"/>
            <ac:picMk id="9" creationId="{A52BAFBB-41D7-0804-889E-98FF26D58287}"/>
          </ac:picMkLst>
        </pc:picChg>
        <pc:picChg chg="add mod">
          <ac:chgData name="이 호진" userId="e7b51f9e24c37788" providerId="LiveId" clId="{3F86876B-F82D-4E93-A42F-8912C5887A43}" dt="2022-05-23T09:38:47.855" v="1373" actId="1076"/>
          <ac:picMkLst>
            <pc:docMk/>
            <pc:sldMk cId="3005538340" sldId="262"/>
            <ac:picMk id="11" creationId="{E3BEBC7B-EA33-CBBD-FCA0-FCA645B971D3}"/>
          </ac:picMkLst>
        </pc:picChg>
      </pc:sldChg>
      <pc:sldChg chg="delSp add mod">
        <pc:chgData name="이 호진" userId="e7b51f9e24c37788" providerId="LiveId" clId="{3F86876B-F82D-4E93-A42F-8912C5887A43}" dt="2022-05-23T09:38:55.192" v="1378" actId="478"/>
        <pc:sldMkLst>
          <pc:docMk/>
          <pc:sldMk cId="119256804" sldId="263"/>
        </pc:sldMkLst>
        <pc:picChg chg="del">
          <ac:chgData name="이 호진" userId="e7b51f9e24c37788" providerId="LiveId" clId="{3F86876B-F82D-4E93-A42F-8912C5887A43}" dt="2022-05-23T09:38:53.231" v="1375" actId="478"/>
          <ac:picMkLst>
            <pc:docMk/>
            <pc:sldMk cId="119256804" sldId="263"/>
            <ac:picMk id="5" creationId="{CA1CD8C3-D562-2651-7379-27525518CB55}"/>
          </ac:picMkLst>
        </pc:picChg>
        <pc:picChg chg="del">
          <ac:chgData name="이 호진" userId="e7b51f9e24c37788" providerId="LiveId" clId="{3F86876B-F82D-4E93-A42F-8912C5887A43}" dt="2022-05-23T09:38:53.912" v="1376" actId="478"/>
          <ac:picMkLst>
            <pc:docMk/>
            <pc:sldMk cId="119256804" sldId="263"/>
            <ac:picMk id="7" creationId="{AF2BC5CD-1859-7785-3E07-17D0525AE4B5}"/>
          </ac:picMkLst>
        </pc:picChg>
        <pc:picChg chg="del">
          <ac:chgData name="이 호진" userId="e7b51f9e24c37788" providerId="LiveId" clId="{3F86876B-F82D-4E93-A42F-8912C5887A43}" dt="2022-05-23T09:38:54.561" v="1377" actId="478"/>
          <ac:picMkLst>
            <pc:docMk/>
            <pc:sldMk cId="119256804" sldId="263"/>
            <ac:picMk id="9" creationId="{A52BAFBB-41D7-0804-889E-98FF26D58287}"/>
          </ac:picMkLst>
        </pc:picChg>
        <pc:picChg chg="del">
          <ac:chgData name="이 호진" userId="e7b51f9e24c37788" providerId="LiveId" clId="{3F86876B-F82D-4E93-A42F-8912C5887A43}" dt="2022-05-23T09:38:55.192" v="1378" actId="478"/>
          <ac:picMkLst>
            <pc:docMk/>
            <pc:sldMk cId="119256804" sldId="263"/>
            <ac:picMk id="11" creationId="{E3BEBC7B-EA33-CBBD-FCA0-FCA645B971D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651B-41DE-415E-9C77-57EF66C07FBE}" type="datetimeFigureOut">
              <a:rPr lang="ko-KR" altLang="en-US" smtClean="0"/>
              <a:t>2022-05-23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4A54-6F16-4651-8642-329F426D1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1058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651B-41DE-415E-9C77-57EF66C07FBE}" type="datetimeFigureOut">
              <a:rPr lang="ko-KR" altLang="en-US" smtClean="0"/>
              <a:t>2022-05-23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4A54-6F16-4651-8642-329F426D1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758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651B-41DE-415E-9C77-57EF66C07FBE}" type="datetimeFigureOut">
              <a:rPr lang="ko-KR" altLang="en-US" smtClean="0"/>
              <a:t>2022-05-23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4A54-6F16-4651-8642-329F426D1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35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651B-41DE-415E-9C77-57EF66C07FBE}" type="datetimeFigureOut">
              <a:rPr lang="ko-KR" altLang="en-US" smtClean="0"/>
              <a:t>2022-05-23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4A54-6F16-4651-8642-329F426D1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6612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651B-41DE-415E-9C77-57EF66C07FBE}" type="datetimeFigureOut">
              <a:rPr lang="ko-KR" altLang="en-US" smtClean="0"/>
              <a:t>2022-05-23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4A54-6F16-4651-8642-329F426D1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7131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651B-41DE-415E-9C77-57EF66C07FBE}" type="datetimeFigureOut">
              <a:rPr lang="ko-KR" altLang="en-US" smtClean="0"/>
              <a:t>2022-05-23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4A54-6F16-4651-8642-329F426D1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241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651B-41DE-415E-9C77-57EF66C07FBE}" type="datetimeFigureOut">
              <a:rPr lang="ko-KR" altLang="en-US" smtClean="0"/>
              <a:t>2022-05-23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4A54-6F16-4651-8642-329F426D1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5100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651B-41DE-415E-9C77-57EF66C07FBE}" type="datetimeFigureOut">
              <a:rPr lang="ko-KR" altLang="en-US" smtClean="0"/>
              <a:t>2022-05-23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4A54-6F16-4651-8642-329F426D1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2114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651B-41DE-415E-9C77-57EF66C07FBE}" type="datetimeFigureOut">
              <a:rPr lang="ko-KR" altLang="en-US" smtClean="0"/>
              <a:t>2022-05-23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4A54-6F16-4651-8642-329F426D1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8500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651B-41DE-415E-9C77-57EF66C07FBE}" type="datetimeFigureOut">
              <a:rPr lang="ko-KR" altLang="en-US" smtClean="0"/>
              <a:t>2022-05-23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4A54-6F16-4651-8642-329F426D1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915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651B-41DE-415E-9C77-57EF66C07FBE}" type="datetimeFigureOut">
              <a:rPr lang="ko-KR" altLang="en-US" smtClean="0"/>
              <a:t>2022-05-23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4A54-6F16-4651-8642-329F426D1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067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21651B-41DE-415E-9C77-57EF66C07FBE}" type="datetimeFigureOut">
              <a:rPr lang="ko-KR" altLang="en-US" smtClean="0"/>
              <a:t>2022-05-23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24A54-6F16-4651-8642-329F426D1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082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A2E5569-5413-4171-8D0F-A04CD8CF3F3A}"/>
              </a:ext>
            </a:extLst>
          </p:cNvPr>
          <p:cNvSpPr/>
          <p:nvPr/>
        </p:nvSpPr>
        <p:spPr>
          <a:xfrm>
            <a:off x="0" y="0"/>
            <a:ext cx="9144000" cy="49081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7CD30AC-AD0D-4B8A-AEFE-E34EFF8623DB}"/>
              </a:ext>
            </a:extLst>
          </p:cNvPr>
          <p:cNvSpPr/>
          <p:nvPr/>
        </p:nvSpPr>
        <p:spPr>
          <a:xfrm>
            <a:off x="-1" y="0"/>
            <a:ext cx="927847" cy="4908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6324C0-CFD8-4494-B7C8-160479C94901}"/>
              </a:ext>
            </a:extLst>
          </p:cNvPr>
          <p:cNvSpPr txBox="1"/>
          <p:nvPr/>
        </p:nvSpPr>
        <p:spPr>
          <a:xfrm>
            <a:off x="107578" y="60743"/>
            <a:ext cx="591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00.1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A45F92-B082-4872-955B-C43A62ACE520}"/>
              </a:ext>
            </a:extLst>
          </p:cNvPr>
          <p:cNvSpPr txBox="1"/>
          <p:nvPr/>
        </p:nvSpPr>
        <p:spPr>
          <a:xfrm>
            <a:off x="1035423" y="60743"/>
            <a:ext cx="4719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강의소개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4C9E9D-E2E9-AB88-28C0-3564D12A9003}"/>
              </a:ext>
            </a:extLst>
          </p:cNvPr>
          <p:cNvSpPr txBox="1"/>
          <p:nvPr/>
        </p:nvSpPr>
        <p:spPr>
          <a:xfrm>
            <a:off x="3673288" y="2997810"/>
            <a:ext cx="1987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2022.05.20 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이호진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0AC8398-5456-DD33-798C-9DCF0BFDE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922" y="1877170"/>
            <a:ext cx="1828800" cy="87099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A5A2941-17B9-535C-5F7E-2E133FA87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4971" y="2247538"/>
            <a:ext cx="2236413" cy="42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666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A2E5569-5413-4171-8D0F-A04CD8CF3F3A}"/>
              </a:ext>
            </a:extLst>
          </p:cNvPr>
          <p:cNvSpPr/>
          <p:nvPr/>
        </p:nvSpPr>
        <p:spPr>
          <a:xfrm>
            <a:off x="0" y="0"/>
            <a:ext cx="9144000" cy="49081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7CD30AC-AD0D-4B8A-AEFE-E34EFF8623DB}"/>
              </a:ext>
            </a:extLst>
          </p:cNvPr>
          <p:cNvSpPr/>
          <p:nvPr/>
        </p:nvSpPr>
        <p:spPr>
          <a:xfrm>
            <a:off x="-1" y="0"/>
            <a:ext cx="927847" cy="4908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6324C0-CFD8-4494-B7C8-160479C94901}"/>
              </a:ext>
            </a:extLst>
          </p:cNvPr>
          <p:cNvSpPr txBox="1"/>
          <p:nvPr/>
        </p:nvSpPr>
        <p:spPr>
          <a:xfrm>
            <a:off x="107578" y="60743"/>
            <a:ext cx="591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00.2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825625-8ADA-45C0-8CB7-06953D8641B1}"/>
              </a:ext>
            </a:extLst>
          </p:cNvPr>
          <p:cNvSpPr txBox="1"/>
          <p:nvPr/>
        </p:nvSpPr>
        <p:spPr>
          <a:xfrm>
            <a:off x="1035423" y="60743"/>
            <a:ext cx="4719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강의소개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380DE2-D770-63AD-8142-EF1EF0D15F47}"/>
              </a:ext>
            </a:extLst>
          </p:cNvPr>
          <p:cNvSpPr txBox="1"/>
          <p:nvPr/>
        </p:nvSpPr>
        <p:spPr>
          <a:xfrm>
            <a:off x="393190" y="936803"/>
            <a:ext cx="298793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2400" dirty="0" err="1"/>
              <a:t>아두이노</a:t>
            </a:r>
            <a:r>
              <a:rPr lang="ko-KR" altLang="en-US" sz="2400" dirty="0"/>
              <a:t> 맞보기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356B0A-3D6C-3A04-B3AA-A58FE2DE53C0}"/>
              </a:ext>
            </a:extLst>
          </p:cNvPr>
          <p:cNvSpPr txBox="1"/>
          <p:nvPr/>
        </p:nvSpPr>
        <p:spPr>
          <a:xfrm>
            <a:off x="172124" y="1411480"/>
            <a:ext cx="37073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USB </a:t>
            </a:r>
            <a:r>
              <a:rPr lang="ko-KR" altLang="en-US" sz="1400" dirty="0"/>
              <a:t>케이블을 이용하여 컴퓨터와 연결해 봅니다</a:t>
            </a:r>
            <a:r>
              <a:rPr lang="en-US" altLang="ko-KR" sz="1400" dirty="0"/>
              <a:t>. – </a:t>
            </a:r>
            <a:r>
              <a:rPr lang="ko-KR" altLang="en-US" sz="1400" dirty="0" err="1"/>
              <a:t>아두이노의</a:t>
            </a:r>
            <a:r>
              <a:rPr lang="ko-KR" altLang="en-US" sz="1400" dirty="0"/>
              <a:t> </a:t>
            </a:r>
            <a:r>
              <a:rPr lang="en-US" altLang="ko-KR" sz="1400" b="1" dirty="0">
                <a:solidFill>
                  <a:srgbClr val="C00000"/>
                </a:solidFill>
              </a:rPr>
              <a:t>LED </a:t>
            </a:r>
            <a:r>
              <a:rPr lang="ko-KR" altLang="en-US" sz="1400" b="1" dirty="0">
                <a:solidFill>
                  <a:srgbClr val="C00000"/>
                </a:solidFill>
              </a:rPr>
              <a:t>램프가 깜빡이</a:t>
            </a:r>
            <a:r>
              <a:rPr lang="ko-KR" altLang="en-US" sz="1400" dirty="0"/>
              <a:t>는 것을 확인해 볼 수 있습니다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78471FF-E782-7564-9CFB-2FF451EE4317}"/>
              </a:ext>
            </a:extLst>
          </p:cNvPr>
          <p:cNvSpPr/>
          <p:nvPr/>
        </p:nvSpPr>
        <p:spPr>
          <a:xfrm>
            <a:off x="290181" y="936803"/>
            <a:ext cx="117266" cy="3693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BF4C0E-5C2A-BDA7-3E5C-4176AD7E7B89}"/>
              </a:ext>
            </a:extLst>
          </p:cNvPr>
          <p:cNvSpPr txBox="1"/>
          <p:nvPr/>
        </p:nvSpPr>
        <p:spPr>
          <a:xfrm>
            <a:off x="4182036" y="3683142"/>
            <a:ext cx="4598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① 노트북의 </a:t>
            </a:r>
            <a:r>
              <a:rPr lang="ko-KR" altLang="en-US" sz="1200" b="1" dirty="0"/>
              <a:t>전원</a:t>
            </a:r>
            <a:r>
              <a:rPr lang="ko-KR" altLang="en-US" sz="1200" dirty="0"/>
              <a:t>이 </a:t>
            </a:r>
            <a:r>
              <a:rPr lang="en-US" altLang="ko-KR" sz="1200" dirty="0"/>
              <a:t>USB </a:t>
            </a:r>
            <a:r>
              <a:rPr lang="ko-KR" altLang="en-US" sz="1200" dirty="0"/>
              <a:t>케이블을 통하여 </a:t>
            </a:r>
            <a:r>
              <a:rPr lang="ko-KR" altLang="en-US" sz="1200" dirty="0" err="1"/>
              <a:t>아두이노에</a:t>
            </a:r>
            <a:r>
              <a:rPr lang="ko-KR" altLang="en-US" sz="1200" dirty="0"/>
              <a:t> 전달됩니다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② </a:t>
            </a:r>
            <a:r>
              <a:rPr lang="ko-KR" altLang="en-US" sz="1200" dirty="0" err="1"/>
              <a:t>아두이노에</a:t>
            </a:r>
            <a:r>
              <a:rPr lang="ko-KR" altLang="en-US" sz="1200" dirty="0"/>
              <a:t> 내장된 </a:t>
            </a:r>
            <a:r>
              <a:rPr lang="en-US" altLang="ko-KR" sz="1200" dirty="0"/>
              <a:t>Blank </a:t>
            </a:r>
            <a:r>
              <a:rPr lang="ko-KR" altLang="en-US" sz="1200" b="1" dirty="0"/>
              <a:t>프로그램</a:t>
            </a:r>
            <a:r>
              <a:rPr lang="ko-KR" altLang="en-US" sz="1200" dirty="0"/>
              <a:t>이 동작합니다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pic>
        <p:nvPicPr>
          <p:cNvPr id="2050" name="Picture 2" descr="아두이노 강좌] 아두이노란? 입문자라면 한번 쯤.. (아두이노 용도, 아두이노 우노 스펙, 아두이노 보드, 아두이노 보드 종류, 아두이노  기능) : 네이버 블로그">
            <a:extLst>
              <a:ext uri="{FF2B5EF4-FFF2-40B4-BE49-F238E27FC236}">
                <a16:creationId xmlns:a16="http://schemas.microsoft.com/office/drawing/2014/main" id="{2E796E89-9319-7D46-CEA8-54A4A3383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670" y="1075303"/>
            <a:ext cx="3460322" cy="2485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타원 9">
            <a:extLst>
              <a:ext uri="{FF2B5EF4-FFF2-40B4-BE49-F238E27FC236}">
                <a16:creationId xmlns:a16="http://schemas.microsoft.com/office/drawing/2014/main" id="{16345A33-360C-0C67-2FE0-2081502BD6E0}"/>
              </a:ext>
            </a:extLst>
          </p:cNvPr>
          <p:cNvSpPr/>
          <p:nvPr/>
        </p:nvSpPr>
        <p:spPr>
          <a:xfrm>
            <a:off x="5472766" y="1757526"/>
            <a:ext cx="331065" cy="32945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108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A2E5569-5413-4171-8D0F-A04CD8CF3F3A}"/>
              </a:ext>
            </a:extLst>
          </p:cNvPr>
          <p:cNvSpPr/>
          <p:nvPr/>
        </p:nvSpPr>
        <p:spPr>
          <a:xfrm>
            <a:off x="0" y="0"/>
            <a:ext cx="9144000" cy="49081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7CD30AC-AD0D-4B8A-AEFE-E34EFF8623DB}"/>
              </a:ext>
            </a:extLst>
          </p:cNvPr>
          <p:cNvSpPr/>
          <p:nvPr/>
        </p:nvSpPr>
        <p:spPr>
          <a:xfrm>
            <a:off x="-1" y="0"/>
            <a:ext cx="927847" cy="4908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6324C0-CFD8-4494-B7C8-160479C94901}"/>
              </a:ext>
            </a:extLst>
          </p:cNvPr>
          <p:cNvSpPr txBox="1"/>
          <p:nvPr/>
        </p:nvSpPr>
        <p:spPr>
          <a:xfrm>
            <a:off x="107578" y="60743"/>
            <a:ext cx="591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00.3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6B035D-26CC-4014-8F74-16939D72BECB}"/>
              </a:ext>
            </a:extLst>
          </p:cNvPr>
          <p:cNvSpPr txBox="1"/>
          <p:nvPr/>
        </p:nvSpPr>
        <p:spPr>
          <a:xfrm>
            <a:off x="1035423" y="60743"/>
            <a:ext cx="4719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강의소개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817927-0AE4-4099-B1A4-BC93B86F2D27}"/>
              </a:ext>
            </a:extLst>
          </p:cNvPr>
          <p:cNvSpPr txBox="1"/>
          <p:nvPr/>
        </p:nvSpPr>
        <p:spPr>
          <a:xfrm>
            <a:off x="4390465" y="1635283"/>
            <a:ext cx="39803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AVR </a:t>
            </a:r>
            <a:r>
              <a:rPr lang="ko-KR" altLang="en-US" sz="1400" dirty="0" err="1"/>
              <a:t>마이크로프로세스를</a:t>
            </a:r>
            <a:r>
              <a:rPr lang="ko-KR" altLang="en-US" sz="1400" dirty="0"/>
              <a:t> 이용하여 주변의 회로를 제어합니다</a:t>
            </a:r>
            <a:r>
              <a:rPr lang="en-US" altLang="ko-KR" sz="1400" dirty="0"/>
              <a:t>. </a:t>
            </a:r>
            <a:r>
              <a:rPr lang="ko-KR" altLang="en-US" sz="1400" dirty="0" err="1"/>
              <a:t>아두이노를</a:t>
            </a:r>
            <a:r>
              <a:rPr lang="ko-KR" altLang="en-US" sz="1400" dirty="0"/>
              <a:t> 잘 사용하기 위해서는 기초적인 전기</a:t>
            </a:r>
            <a:r>
              <a:rPr lang="en-US" altLang="ko-KR" sz="1400" dirty="0"/>
              <a:t>,</a:t>
            </a:r>
            <a:r>
              <a:rPr lang="ko-KR" altLang="en-US" sz="1400" dirty="0"/>
              <a:t>전자  지식이 필요합니다</a:t>
            </a:r>
            <a:r>
              <a:rPr lang="en-US" altLang="ko-KR" sz="1400" dirty="0"/>
              <a:t>.</a:t>
            </a:r>
          </a:p>
        </p:txBody>
      </p:sp>
      <p:pic>
        <p:nvPicPr>
          <p:cNvPr id="3074" name="Picture 2" descr="전기전자자동차공학부 | 창의캠퍼스(고양) | 대학/대학원 : 중부대학교">
            <a:extLst>
              <a:ext uri="{FF2B5EF4-FFF2-40B4-BE49-F238E27FC236}">
                <a16:creationId xmlns:a16="http://schemas.microsoft.com/office/drawing/2014/main" id="{7A42807F-80BF-F929-EBB5-525995E5A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81" y="1697760"/>
            <a:ext cx="3792528" cy="2489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8D10BB8-5D25-00E8-5D48-E42DF12CCC76}"/>
              </a:ext>
            </a:extLst>
          </p:cNvPr>
          <p:cNvSpPr txBox="1"/>
          <p:nvPr/>
        </p:nvSpPr>
        <p:spPr>
          <a:xfrm>
            <a:off x="463921" y="1016884"/>
            <a:ext cx="6441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 err="1"/>
              <a:t>아두이노는</a:t>
            </a:r>
            <a:r>
              <a:rPr lang="ko-KR" altLang="en-US" sz="2400" dirty="0"/>
              <a:t> 아주 작은 컴퓨터 입니다</a:t>
            </a:r>
            <a:r>
              <a:rPr lang="en-US" altLang="ko-KR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83510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A2E5569-5413-4171-8D0F-A04CD8CF3F3A}"/>
              </a:ext>
            </a:extLst>
          </p:cNvPr>
          <p:cNvSpPr/>
          <p:nvPr/>
        </p:nvSpPr>
        <p:spPr>
          <a:xfrm>
            <a:off x="0" y="0"/>
            <a:ext cx="9144000" cy="49081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7CD30AC-AD0D-4B8A-AEFE-E34EFF8623DB}"/>
              </a:ext>
            </a:extLst>
          </p:cNvPr>
          <p:cNvSpPr/>
          <p:nvPr/>
        </p:nvSpPr>
        <p:spPr>
          <a:xfrm>
            <a:off x="-1" y="0"/>
            <a:ext cx="927847" cy="4908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6324C0-CFD8-4494-B7C8-160479C94901}"/>
              </a:ext>
            </a:extLst>
          </p:cNvPr>
          <p:cNvSpPr txBox="1"/>
          <p:nvPr/>
        </p:nvSpPr>
        <p:spPr>
          <a:xfrm>
            <a:off x="107578" y="60743"/>
            <a:ext cx="591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00.4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E211F5-6C3E-48A3-B196-887141AC42C7}"/>
              </a:ext>
            </a:extLst>
          </p:cNvPr>
          <p:cNvSpPr txBox="1"/>
          <p:nvPr/>
        </p:nvSpPr>
        <p:spPr>
          <a:xfrm>
            <a:off x="1035423" y="60743"/>
            <a:ext cx="4719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강의소개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CEAC61-05BD-5F5E-7B05-6529E0D949C3}"/>
              </a:ext>
            </a:extLst>
          </p:cNvPr>
          <p:cNvSpPr txBox="1"/>
          <p:nvPr/>
        </p:nvSpPr>
        <p:spPr>
          <a:xfrm>
            <a:off x="4928346" y="1779708"/>
            <a:ext cx="37046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아두이노는</a:t>
            </a:r>
            <a:r>
              <a:rPr lang="ko-KR" altLang="en-US" sz="1400" dirty="0"/>
              <a:t> 작은 컴퓨터로 프로그램에 의해서 </a:t>
            </a:r>
            <a:r>
              <a:rPr lang="ko-KR" altLang="en-US" sz="1400" b="1" dirty="0">
                <a:solidFill>
                  <a:srgbClr val="C00000"/>
                </a:solidFill>
              </a:rPr>
              <a:t>주변의 회로 로직을 제어</a:t>
            </a:r>
            <a:r>
              <a:rPr lang="ko-KR" altLang="en-US" sz="1400" dirty="0"/>
              <a:t>하게 됩니다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dirty="0" err="1"/>
              <a:t>아두이노를</a:t>
            </a:r>
            <a:r>
              <a:rPr lang="ko-KR" altLang="en-US" sz="1400" dirty="0"/>
              <a:t> 동작하기 위해서는 </a:t>
            </a:r>
            <a:r>
              <a:rPr lang="en-US" altLang="ko-KR" sz="1400" dirty="0"/>
              <a:t>PC </a:t>
            </a:r>
            <a:r>
              <a:rPr lang="ko-KR" altLang="en-US" sz="1400" dirty="0"/>
              <a:t>컴퓨터에서 </a:t>
            </a:r>
            <a:r>
              <a:rPr lang="ko-KR" altLang="en-US" sz="1400" b="1" dirty="0">
                <a:solidFill>
                  <a:srgbClr val="C00000"/>
                </a:solidFill>
              </a:rPr>
              <a:t>프로그램을 작성</a:t>
            </a:r>
            <a:r>
              <a:rPr lang="ko-KR" altLang="en-US" sz="1400" dirty="0"/>
              <a:t>하고 </a:t>
            </a:r>
            <a:endParaRPr lang="en-US" altLang="ko-KR" sz="1400" dirty="0"/>
          </a:p>
          <a:p>
            <a:r>
              <a:rPr lang="ko-KR" altLang="en-US" sz="1400" dirty="0"/>
              <a:t>이를 다시 </a:t>
            </a:r>
            <a:r>
              <a:rPr lang="ko-KR" altLang="en-US" sz="1400" dirty="0" err="1"/>
              <a:t>아두이노로</a:t>
            </a:r>
            <a:r>
              <a:rPr lang="ko-KR" altLang="en-US" sz="1400" dirty="0"/>
              <a:t> </a:t>
            </a:r>
            <a:r>
              <a:rPr lang="ko-KR" altLang="en-US" sz="1400" dirty="0">
                <a:solidFill>
                  <a:srgbClr val="C00000"/>
                </a:solidFill>
              </a:rPr>
              <a:t>전송</a:t>
            </a:r>
            <a:r>
              <a:rPr lang="ko-KR" altLang="en-US" sz="1400" dirty="0"/>
              <a:t>을 해야 합니다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11" name="Picture 2" descr="코딩이란 무엇인가?">
            <a:extLst>
              <a:ext uri="{FF2B5EF4-FFF2-40B4-BE49-F238E27FC236}">
                <a16:creationId xmlns:a16="http://schemas.microsoft.com/office/drawing/2014/main" id="{56B01B62-D404-3575-E843-6EE949343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207" y="1779708"/>
            <a:ext cx="4003510" cy="2247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71DD725-4F85-5022-F674-F47B3519D9F1}"/>
              </a:ext>
            </a:extLst>
          </p:cNvPr>
          <p:cNvSpPr txBox="1"/>
          <p:nvPr/>
        </p:nvSpPr>
        <p:spPr>
          <a:xfrm>
            <a:off x="699248" y="1167769"/>
            <a:ext cx="75505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컴퓨터 프로그램을 기반으로 동작합니다</a:t>
            </a:r>
            <a:r>
              <a:rPr lang="en-US" altLang="ko-K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5004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5F12746-E3D6-28E7-F4B2-B51055C0C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84" y="147076"/>
            <a:ext cx="2066925" cy="47148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2F59975-D387-028A-3BF1-EDECC9E1C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714" y="147076"/>
            <a:ext cx="1914525" cy="35433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ACC8515-6972-E2EC-3206-D84F6F95F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5239" y="147076"/>
            <a:ext cx="2324100" cy="24955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601A1AC-743D-6F7E-BB51-3790D5D5E4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2969" y="147076"/>
            <a:ext cx="1924050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22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A1CD8C3-D562-2651-7379-27525518C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81" y="217954"/>
            <a:ext cx="2257425" cy="32956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F2BC5CD-1859-7785-3E07-17D0525AE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772" y="273984"/>
            <a:ext cx="1838325" cy="22288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52BAFBB-41D7-0804-889E-98FF26D582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1481" y="217954"/>
            <a:ext cx="1838325" cy="3048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3BEBC7B-EA33-CBBD-FCA0-FCA645B971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190" y="217954"/>
            <a:ext cx="1971675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538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256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</TotalTime>
  <Words>100</Words>
  <Application>Microsoft Office PowerPoint</Application>
  <PresentationFormat>화면 슬라이드 쇼(16:9)</PresentationFormat>
  <Paragraphs>20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 호진</dc:creator>
  <cp:lastModifiedBy>이 호진</cp:lastModifiedBy>
  <cp:revision>5</cp:revision>
  <dcterms:created xsi:type="dcterms:W3CDTF">2022-02-09T03:28:42Z</dcterms:created>
  <dcterms:modified xsi:type="dcterms:W3CDTF">2022-05-23T09:38:57Z</dcterms:modified>
</cp:coreProperties>
</file>